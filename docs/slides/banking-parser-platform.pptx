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725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Banking Fixed-Length File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Generating, parsing and benchmarking CODA &amp; SWIFT MT940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across 7 Java formatter libraries via Strategy Pattern + Spring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Wallace Espindola  ·  wallace.espindola@gmail.com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linkedin.com/in/wallaceespindola   ·   github.com/wallaceespindola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Calibr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Multiple Java libraries claim to support fixed-length banking file formats.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Which one is best for enterprise Spring Batch use?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Evaluation criteria: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1.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46888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Does output conform to Febelfin / SWIFT specifications?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2.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06324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Throughput in records/second under realistic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3. Maintainability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65760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Annotation quality, no XML, clean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51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4. Spring Batch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5196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Chunk-oriented reader/writer compatibility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11274552" cy="7772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6636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F360C"/>
                </a:solidFill>
                <a:latin typeface="Calibri"/>
              </a:rPr>
              <a:t>One codebase, 7 libraries, identical domain data, automated benchmarks.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5394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Web UI (HTML/CSS/JS)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|  HTTP REST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REST API Layer           POST /api/domain/generate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(Spring MVC)             POST /api/batch/generate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|                   GET  /api/benchmark/results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Spring Batch Pipeline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DomainEntityItemReader -&gt; FileGenerationItemProcessor -&gt; FileOutputItemWriter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StrategyResolver  (O(1) map lookup)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/    |    |    |    |    |   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BeanIO  ff4j  VL  Bindy CamelBIO Vel SB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14 FileGenerationStrategy implementations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(7 libraries x CODA + SWIFT)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CODA Format — Belgian Banking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Febelfin CODA — fixed-width ASCII, exactly 128 characters per record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731752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6344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header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Movement (debit/credit transaction)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Movement detail / free communication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Information record (closing balance)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trailer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74552" cy="1143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89120"/>
            <a:ext cx="1100023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0310HDR       BE68539007547034                     EUR000000000000000022052622052...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1310REF0000001BE12345678901234567890123456789012345EUR000000000000075029042629042...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9000TRAILER  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Each field has an exact byte offset — annotations define the mapping.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SWIFT MT940 — International Statement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SWIFT MT940 — tag-based messages, inter-message separator '---'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73175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69768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:20: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Transaction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STMT000001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:25: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Account identification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BE68539007547034/EUR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:28C: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Statement / sequence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00001/001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:60F: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Opening balance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C260429EUR10000,00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:61: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Statement 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260429260429C750NMSCREF001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:86: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Narrative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Payment for services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:62F: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Closing 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C260429EUR10750,00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46320"/>
            <a:ext cx="11274552" cy="1417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937760"/>
            <a:ext cx="11000232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:20:STMT000001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:25:BE68539007547034/EUR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:60F:C260429EUR10000,00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:61:260429260429C750NMSCREF001NONREF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:62F:C260429EUR10750,00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 Parser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 /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99669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  <a:gridCol w="1188720"/>
                <a:gridCol w="1188720"/>
                <a:gridCol w="11887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CODA W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CODA 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SWIFT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@Record + @Field annotations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@Record(length=128) + @Field(offset, length)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@FixedLine + @FixedField(offset, length)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@FixedLengthRecord + @DataField(pos, length)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XML stream 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.vm template files (write-only for CODA)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FormatterLineAggregator + FixedLengthTokenizer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All libraries share the same domain data and produce comparable output files.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Strategy Pattern — One Interface, 14 Implementations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public interface FileGenerationStrategy {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String generate(List&lt;Transaction&gt; txs, List&lt;Account&gt; accounts);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List&lt;Transaction&gt; parse(String fileContent);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FileType getFileType();   // CODA | SWIFT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Library   getLibrary();   // BEANIO | FIXFORMAT4J | FIXEDLENGTH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// BINDY | CAMEL_BEANIO | VELOCITY | SPRING_BATCH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default String strategyKey() { return getFileType() + "_" + getLibrary(); }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291840"/>
            <a:ext cx="11457432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8311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// Resolution — O(1) map lookup, no if/switch chains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FileGenerationStrategy s = resolver.resolve(FileType.CODA, Library.BEANIO);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String codaFile = s.generate(transactions, accounts);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360C"/>
                </a:solidFill>
                <a:latin typeface="Calibri"/>
              </a:rPr>
              <a:t>StrategyResolver auto-wires all 14 beans from Spring context at startup.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Spring Batch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4663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bankingFileGenerationJob  (restartable — saveState=true)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+-- fileGenerationStep    (chunk-size = 100)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DomainEntityItemReader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Loads all Transaction rows from H2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FileGenerationItemProcessor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Resolves FileGenerationStrategy by (fileType, library)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Calls strategy.generate([transaction], accounts)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FileOutputItemWriter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Buffers chunk output; on @AfterStep writes output/*.txt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Stores file content + metadata in step ExecutionContext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BatchMetricsListener (JobExecutionListener)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Saves BenchmarkMetrics row to H2 on job completion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Job parameters: fileType, library, operationId, runTimestamp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 /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474720"/>
                <a:gridCol w="725119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/api/domain/generate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Seed H2 with sample data (?loadProfile=LOW|HIGH)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/api/batch/generate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Trigger Spring Batch job {fileType, library}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/api/batch/history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Last 50 job executions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/api/benchmark/results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All benchmark metrics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/api/benchmark/export/json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JSON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/api/benchmark/export/html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Velocity-rendered HTML report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/actuator/health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Application health +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/actuator/info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 name, version, description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Benchmark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 /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8056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throughputRps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Records processed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batchDurationMs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Total Spring Batch job wall-clock time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generationDurationMs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serialisation time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parseDurationMs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parsing time (round-trip)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symmetryRate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% of parsed transactions matching original domain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successRate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% of chunks completed without error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160520"/>
            <a:ext cx="11457432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11183112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# Run JMH benchmark suite (28 @Benchmark methods)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test -Pbenchmark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Export 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http://localhost:8080/api/benchmark/export/csv -o results.csv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Library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 /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597103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Recommended Library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Enterprise CODA 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Best grammar support, battle-tested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New projects, modern code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Best annotation DX, no boilerplate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Existing Camel ecosystem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Native Camel route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Lightweight / prototyping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Minimal setup, pure 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Template-driven reports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Flexible .vm template rendering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Tightest Spring Batch fit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Reuses existing batch components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394960"/>
            <a:ext cx="11457432" cy="9144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  <a:latin typeface="Calibri"/>
              </a:rPr>
              <a:t>Recommendation: Pick one library and standardise across the codebase.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1A1A"/>
                </a:solidFill>
                <a:latin typeface="Calibri"/>
              </a:rPr>
              <a:t>Don't mix libraries in production — benchmark first, then commit.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Code Quality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Testing — 118 tests across 12 test classes: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258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6245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DomainDataGeneratorTest, CodaRecordTest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Mock repos, field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StrategyResolverTest, CodaStrategyTest, SwiftStrategyTest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All 14 strategies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Symmetry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SymmetryTest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Round-trip: generate -&gt; parse -&gt;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Golden file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GoldenFileTest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128-char CODA lines, MT940 tags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DomainControllerTest, BatchControllerTest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MockMvc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Actuator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ActuatorTest, SwaggerAvailabilityTest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TestRestTemplate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CI/CD: GitHub Actions — build · test · benchmark · CodeQL ·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Coverage: JaCoCo enforced at minimum threshold · Dependabot weekly PRs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5440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525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# Clone and build (Java 21 + Maven 3.9 required — no Node.js needed)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git clone https://github.com/wallaceespindola/fixed-length-converters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cd fixed-length-converters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clean install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Start in dev mode (Swagger UI at /swagger-ui.html)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spring-boot:run -Dspring-boot.run.profiles=dev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1 -- Generate domain data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-X POST http://localhost:8080/api/domain/generate?loadProfile=HIGH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2 -- Run batch job (pick any library)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-X POST http://localhost:8080/api/batch/generate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-H "Content-Type: application/json"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-d '{"fileType":"CODA","library":"BEANIO"}'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3 -- Export benchmark 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http://localhost:8080/api/benchmark/export/csv -o results.csv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14 /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4457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Java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Spring Boot, Spring Batch, Spring Data JPA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H2 In-Memory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API Docs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OpenAPI + Swagger UI (dev profile)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Spring Actuator (/health, /info)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Vanilla HTML/CSS/JS + Chart.js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Maven (single mvn clean install, no profiles)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JUnit 5 + Mockito, 118 tests, JMH benchmarks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CI/CD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GitHub Actions (build, test, benchmark, CodeQL)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github.com/wallaceespindola/fixed-length-converters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Wallace Espindola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wallace.espindola@gmail.com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linkedin.com/in/wallaceespindola   ·   github.com/wallaceespindola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Questions welcome — slides, code and benchmarks all open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
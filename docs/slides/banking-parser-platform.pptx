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5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Banking Fixed-Length File Benchmark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Generating, parsing and benchmarking CODA &amp; SWIFT MT940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across 9 Java formatter approaches via Strategy Pattern + Spring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 Espindola  ·  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Multiple Java libraries claim to support fixed-length banking file formats.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Which one should a bank standardise on for Spring Batch workloads?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Evaluation criteria: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1.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7744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Does output conform to Febelfin / SWIFT specifications?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529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2.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852928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Throughput in records/second, measured with JMH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3. Maintainability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328416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Annotation quality, layout auditability, no hidden XML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0390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4. Spring Batch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03904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Chunk-oriented reader/writer compatibility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793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5. Supply-chain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79392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Release cadence, governance, dependency weight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6. Operational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75488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Support model, key-person risk, CVE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7315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F360C"/>
                </a:solidFill>
                <a:latin typeface="Calibri"/>
              </a:rPr>
              <a:t>One codebase, 9 approaches, identical domain data, automated benchmarks.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Web UI (HTML/CSS/JS)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HTTP REST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REST API Layer           POST /api/domain/generate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(Spring MVC)             POST /api/batch/generate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                 GET  /api/benchmark/results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Spring Batch Pipeline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DomainEntityItemReader -&gt; FileGenerationItemProcessor -&gt;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StrategyResolver  (O(1) map lookup)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BeanIO, FixedFormat4J, FixedLength, Bindy, CamelBeanIO, Velocity,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SpringBatch, SpringBatch+FixedFormat4J, SpringBatch+FixedLength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18 FileGenerationStrategy implementations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(9 approaches x CODA + SWIFT)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CODA Format — Belgian Banking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Febelfin CODA — fixed-width ASCII, exactly 128 characters per record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6344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(debit/credit transaction)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detail / free 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Information record (closing balance)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trailer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74552" cy="1143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89120"/>
            <a:ext cx="1100023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0310HDR       BE68539007547034                     EUR000000000000000022052622052...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1310REF0000001BE12345678901234567890123456789012345EUR000000000000075029042629042...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9000TRAILER  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Each field has an exact byte offset — annotations define the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SWIFT MT940 — International Statement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SWIFT MT940 — tag-based messages, inter-message separator '---'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69768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:20: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Transaction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STMT000001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:25: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Account identification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BE68539007547034/EUR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:28C: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/ sequence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00001/001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:60F: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Opening balance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C260429EUR10000,00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:61: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260429260429C750NMSCREF001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:86: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Narrative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Payment for services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:62F: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Closing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C260429EUR10750,00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937760"/>
            <a:ext cx="11000232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:20:STMT000001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:25:BE68539007547034/EUR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:60F:C260429EUR10000,00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:61:260429260429C750NMSCREF001NONREF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:62F:C260429EUR10750,00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 Formatter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789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1188720"/>
                <a:gridCol w="1188720"/>
                <a:gridCol w="11887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W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StreamBuilder + FieldBuilder.at() (0-based)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@Record(length=128) + @Field(offset,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@FixedLine + @FixedField(offset, length)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@FixedLengthRecord + @DataField(pos,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XML stream mapping via Camel dataformat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.vm template files (write-only for CODA)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FormatterLineAggregator + FixedLengthTokenizer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components, layout from @Field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components, layout from @FixedField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All approaches share the same domain data and produce byte-comparable output 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Annotation-Derived Layouts — Fixing the Slicing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Native Spring Batch needs the layout twice: a Range list to read, a format string to write.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Two copies of the same offsets drift apart silently.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Before -- layout restated by hand, 12 magic ranges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t.setColumns(new Range(1,1), new Range(2,4), new Range(5,14), /* ... */);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// After -- layout read from the annotated model, once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AnnotatedLayout layout = AnnotatedLayout.fromFixedFormat4j(Ff4jCodaRecord.class);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FixedLengthTokenizer tokenizer = layout.tokenizer();   // read path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format = layout.formatString();                 // write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Offsets, widths, alignment and padding char come from @Field / @FixedField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Constructor validates gaps, overlaps and the 128-char total — layout errors fail 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Output is byte-identical to hand-sliced Spring Batch (asserted in AnnotatedLayoutTest)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Strategy Pattern — One Interface, 18 Implementations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public interface FileGenerationStrategy {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String generate(List&lt;Transaction&gt; txs, List&lt;Account&gt; accounts);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List&lt;Transaction&gt; parse(String fileContent);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FileType getFileType();   // CODA | SWIFT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Library   getLibrary();   // BEANIO | FIXFORMAT4J | FIXEDLENGTH | BINDY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CAMEL_BEANIO | VELOCITY | SPRING_BATCH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SPRING_BATCH_FIXFORMAT4J | SPRING_BATCH_FIXEDLENGTH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default String strategyKey() { return getFileType() + "_" + getLibrary(); 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91840"/>
            <a:ext cx="11457432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8311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Resolution — O(1) map lookup, no if/switch chains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FileGenerationStrategy s = resolver.resolve(FileType.CODA, Library.SPRING_BATCH_FIXFORMAT4J);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codaFile = s.generate(transactions, accounts);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360C"/>
                </a:solidFill>
                <a:latin typeface="Calibri"/>
              </a:rPr>
              <a:t>StrategyResolver auto-wires all 18 beans from the Spring context at startup.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Spring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4663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bankingFileGenerationJob  (restartable — saveState=true)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+-- fileGenerationStep    (chunk-size = 100)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DomainEntityItemReader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Loads all Transaction rows from H2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FileGenerationItemProcessor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Resolves FileGenerationStrategy by (fileType, library)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Calls strategy.generate([transaction], accounts)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Buffers chunk output; on @AfterStep writes output/*.txt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Stores file content + metadata in step ExecutionContext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BatchMetricsListener (JobExecutionListener)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Saves BenchmarkMetrics row to H2 on job completion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Job parameters: fileType, library, operationId, runTimestamp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Library Health — Verified 2026-07-27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6070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206240"/>
                <a:gridCol w="914400"/>
                <a:gridCol w="914400"/>
                <a:gridCol w="1371600"/>
                <a:gridCol w="14630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Coordinates (groupId:artifactId)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Pinned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Latest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Released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 activity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com.github.beanio:beanio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3.2.1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3.2.1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2025-02-07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2025-02-07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com.ancientprogramming.fixedformat4j:fixedformat4j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1.9.1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1.9.1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2026-07-25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name.velikodniy.vitaliy:fixedlength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org.apache.camel:camel-bindy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2026-06-27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org.apache.camel:camel-beanio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org.apache.velocity:velocity-engine-core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2.4.1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2.4.1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2024-10-14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org.springframework.batch:spring-batch-core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5.2.2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6.0.4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2026-07-23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• Sources: Maven Central maven-metadata.xml + artifact Last-Modified header, GitHub REST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9884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• Spring Batch 5.2.2 is what Spring Boot 3.4.5 resolves; 6.x requires Boot 4.x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Adoption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300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651760"/>
                <a:gridCol w="822960"/>
                <a:gridCol w="3657600"/>
                <a:gridCol w="128016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GitHub repo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Dependents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License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beanio/beanio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Community fork of the 2014 org.beanio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jeyben/fixedformat4j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active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g0ddest/fixedlength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0.x 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apache/camel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6 273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apache/camel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6 273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apache/velocity-engine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413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1 560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spring-projects/spring-batch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2 947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Broadcom/VMware, commercial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06240"/>
            <a:ext cx="11457432" cy="1051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Dependents = deps.dev dependent packages for the pinned version only — a directional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60C"/>
                </a:solidFill>
                <a:latin typeface="Calibri"/>
              </a:rPr>
              <a:t>Maven Central publishes no public download counts; treat any 'downloads' figure elsewhere as an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Supply-Chain Weight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4023360"/>
                <a:gridCol w="414223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 jar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Transitive cost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430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Self-contained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125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Smallest annotation-driven option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33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Tiny; 0.x API stability caveat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171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camel-support, camel-api, icu4j 14 MB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45 Camel artifacts on the tree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27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core + BeanIO 2.x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Two ecosystems in one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503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commons-lang3, slf4j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Templates are executable code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(x3)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already on the classpath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Batch runtime is a given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06240"/>
            <a:ext cx="11457432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79392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60C"/>
                </a:solidFill>
                <a:latin typeface="Calibri"/>
              </a:rPr>
              <a:t>Security: Velocity &lt; 2.3 carried CVE-2020-13936 (template -&gt; RCE). Pinned 2.4.1 is not affected.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The risk class remains: .vm templates must be version-controlled and never user-supplied.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Bank Suitability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5743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371600"/>
                <a:gridCol w="914400"/>
                <a:gridCol w="2103120"/>
                <a:gridCol w="3959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Grammar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Layout audit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Batch fit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Support model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Bank verdict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Builder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Community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 for complex CODA; key-person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Strong for simple fixed layouts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0.x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Prototyping, not core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Only if Camel already in production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XML mappings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Auditable XML, heavy dependency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Templates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Report rendering, never parsing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Code (Range)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Broadcom/VMware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Safe default; layout duplicated by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 + maintainer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Best overall fit for a bank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+ f.l.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 + maintainer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Same shape, smaller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Measured Performance — JMH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828800"/>
                <a:gridCol w="18288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 write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 read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 write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 read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6 374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7 810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11 616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13 819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5 473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5 228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2 818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11 373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14 499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4 942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4 642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9 188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11 615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13 009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4 218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8 956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11 497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14 117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3 186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091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fixedformat4j leads CODA — ~1.3x write and ~1.5x read versus the next best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932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Annotation-derived layout is free at runtime — hybrids sit within noise of native Spring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77256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SWIFT converges (~11k write / ~13-14k read): shared SwiftMtRecord path; only Velocity stands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6130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ops/s, median of 3 runs, Java 21 on Apple Silicon — gaps under ~20% are noise; measure on a quiet machine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Measured Performance —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End-to-end job, MEDIUM profile (100 accounts / 1 000 transactions), median of 4 warm runs — records/second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8686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~72 000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~134 000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~71 000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~167 000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~146 000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~63 000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~71 000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~59 000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~167 000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~56 000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~29 000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~83 000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~19 000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Every approach clears 1 000 records in under 60 ms end-to-end; most land between 14 ms and 18 ms,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where millisecond timer resolution dominates — use the JMH numbers to compare formatters.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Decision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16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5743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743200"/>
                <a:gridCol w="54223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Pick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New Spring Batch job in a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Batch-native runtime, layout declared once, no extra runtime deps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Minimal dependency footprint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33 KB library, same annotation-driven layout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Complex CODA grammar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Richest grammar model (record groups, repeating segments)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routes already in production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Native dataformat inside existing routes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Layout auditable outside the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XML mapping files, reviewable without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Rendering statements / reports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Template engine, write-only by design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 new dependency 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Ships with the batch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57432" cy="9144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Recommendation: standardise on one approach per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Benchmark on your own hardware, then pin the version and treat the layout model as a controlled artefact.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17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474720"/>
                <a:gridCol w="72511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/api/domain/generate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Seed H2 with sample data (?loadProfile=LOW|MEDIUM|HIGH)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/api/batch/generate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Trigger Spring Batch job {fileType, library}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Last 50 job executions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/api/benchmark/results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benchmark metrics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/api/benchmark/export/html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Velocity-rendered HTML report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Application health +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/actuator/info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 name, version, description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Benchmark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8056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throughputRps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Records processed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batchDurationMs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Total Spring Batch job wall-clock time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generationDurationMs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serialisation time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parseDurationMs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parsing time (round-trip)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symmetryRate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parsed transactions matching original domain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successRate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chunks completed without error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160520"/>
            <a:ext cx="11457432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1118311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Run JMH benchmark suite (36 @Benchmark methods)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test -Pbenchmark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Export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Code Quality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Testing — 149 tests across 13 test classes: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6245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DomainDataGeneratorTest, CodaRecordTest, AnnotatedLayoutTest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 repos, fields, layout reflection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StrategyResolverTest, CodaStrategyTest, SwiftStrategyTest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18 strategies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Round-trip: generate -&gt; parse -&gt;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 file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GoldenFileTest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128-char CODA lines, MT940 tags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DomainControllerTest, BatchControllerTest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MockMvc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ActuatorTest, SwaggerAvailabilityTest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TestRestTemplate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CI/CD: GitHub Actions — build · test · benchmark · CodeQL ·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Coverage: JaCoCo enforced at minimum threshold · Dependabot weekly PRs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20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440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5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Clone and build (Java 21 + Maven 3.9 required — no Node.js needed)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git clone https://github.com/wallaceespindola/fixed-length-converters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cd 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clean install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Start in dev mode (Swagger UI at /swagger-ui.html)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spring-boot:run -Dspring-boot.run.profiles=dev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1 -- Generate domain data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http://localhost:8080/api/domain/generate?loadProfile=HIGH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2 -- Run batch job (pick any approach)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http://localhost:8080/api/batch/generate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-H "Content-Type: application/json"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-d '{"fileType":"CODA","library":"SPRING_BATCH_FIXFORMAT4J"}'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3 -- Export benchmark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21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4457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Java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Boot 3.4.5, Spring Batch 5.2.2, Spring Data JPA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H2 In-Memory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API Docs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OpenAPI + Swagger UI (dev profile)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Actuator (/health, /info, version indicator)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Vanilla HTML/CSS/JS + Chart.js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Maven (single mvn clean install, no profiles)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JUnit 5 + Mockito, 149 tests, 36 JMH benchmarks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GitHub Actions (build, test, benchmark, CodeQL)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github.com/wallaceespindola/fixed-length-converters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Wallace Espindola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Questions welcome — slides, code and benchmarks all open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
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51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577840"/>
            <a:ext cx="12188952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7259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Banking Fixed-Length File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725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Generating, parsing and benchmarking CODA &amp; SWIFT MT940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725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across 9 Java formatter approaches via Strategy Pattern + Spring Batch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725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  <a:latin typeface="Calibri"/>
              </a:rPr>
              <a:t>Wallace Espindola  ·  wallace.espindola@gmail.com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89120"/>
            <a:ext cx="10725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FFFFFF"/>
                </a:solidFill>
                <a:latin typeface="Calibri"/>
              </a:rPr>
              <a:t>linkedin.com/in/wallaceespindola   ·   github.com/wallaceespindola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852160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88888"/>
                </a:solidFill>
                <a:latin typeface="Calibri"/>
              </a:rPr>
              <a:t>1 / 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1323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37960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2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1A"/>
                </a:solidFill>
                <a:latin typeface="Calibri"/>
              </a:rPr>
              <a:t>Multiple Java libraries claim to support fixed-length banking file formats.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65100"/>
                </a:solidFill>
                <a:latin typeface="Calibri"/>
              </a:rPr>
              <a:t>Which one should a bank standardise on for Spring Batch workloads?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1A1A"/>
                </a:solidFill>
                <a:latin typeface="Calibri"/>
              </a:rPr>
              <a:t>Evaluation criteria: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77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BF360C"/>
                </a:solidFill>
                <a:latin typeface="Calibri"/>
              </a:rPr>
              <a:t>1. Correctness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377440"/>
            <a:ext cx="88971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Calibri"/>
              </a:rPr>
              <a:t>— Does output conform to Febelfin / SWIFT specifications?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5292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BF360C"/>
                </a:solidFill>
                <a:latin typeface="Calibri"/>
              </a:rPr>
              <a:t>2. Performance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852928"/>
            <a:ext cx="88971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Calibri"/>
              </a:rPr>
              <a:t>— Throughput in records/second, measured with JMH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28416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BF360C"/>
                </a:solidFill>
                <a:latin typeface="Calibri"/>
              </a:rPr>
              <a:t>3. Maintainability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328416"/>
            <a:ext cx="88971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Calibri"/>
              </a:rPr>
              <a:t>— Annotation quality, layout auditability, no hidden XML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803904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BF360C"/>
                </a:solidFill>
                <a:latin typeface="Calibri"/>
              </a:rPr>
              <a:t>4. Spring Batch fit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3803904"/>
            <a:ext cx="88971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Calibri"/>
              </a:rPr>
              <a:t>— Chunk-oriented reader/writer compatibility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7939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BF360C"/>
                </a:solidFill>
                <a:latin typeface="Calibri"/>
              </a:rPr>
              <a:t>5. Supply-chain health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4279392"/>
            <a:ext cx="88971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Calibri"/>
              </a:rPr>
              <a:t>— Release cadence, governance, dependency weight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BF360C"/>
                </a:solidFill>
                <a:latin typeface="Calibri"/>
              </a:rPr>
              <a:t>6. Operational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4754880"/>
            <a:ext cx="88971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Calibri"/>
              </a:rPr>
              <a:t>— Support model, key-person risk, CVE history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486400"/>
            <a:ext cx="11274552" cy="73152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577840"/>
            <a:ext cx="109087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F360C"/>
                </a:solidFill>
                <a:latin typeface="Calibri"/>
              </a:rPr>
              <a:t>One codebase, 9 approaches, identical domain data, automated benchmarks.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1323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37960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3 / 22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11457432" cy="53949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1183112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D4D4D4"/>
                </a:solidFill>
                <a:latin typeface="Courier New"/>
              </a:rPr>
              <a:t>Web UI (HTML/CSS/JS)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    |  HTTP REST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    v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REST API Layer           POST /api/domain/generate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(Spring MVC)             POST /api/batch/generate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    |                   GET  /api/benchmark/results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    v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Spring Batch Pipeline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DomainEntityItemReader -&gt; FileGenerationItemProcessor -&gt; FileOutputItemWriter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                                  |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                           StrategyResolver  (O(1) map lookup)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                 /    |    |    |    |    |    |    |    \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            BeanIO  ff4j  VL  Bindy CamelBIO Vel  SB  SB+ff4j  SB+VL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                          |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                   18 FileGenerationStrategy implementations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                   (9 approaches x CODA + SWIFT)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1323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CODA Format — Belgian Banking Standard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37960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4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BF360C"/>
                </a:solidFill>
                <a:latin typeface="Calibri"/>
              </a:rPr>
              <a:t>Febelfin CODA — fixed-width ASCII, exactly 128 characters per record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731752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634472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Record</a:t>
                      </a:r>
                    </a:p>
                  </a:txBody>
                  <a:tcPr>
                    <a:solidFill>
                      <a:srgbClr val="E651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>
                    <a:solidFill>
                      <a:srgbClr val="E65100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File header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Movement (debit/credit transaction)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Movement detail / free communication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Information record (closing balance)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File trailer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4297680"/>
            <a:ext cx="11274552" cy="1143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4389120"/>
            <a:ext cx="11000232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D4D4D4"/>
                </a:solidFill>
                <a:latin typeface="Courier New"/>
              </a:rPr>
              <a:t>0310HDR       BE68539007547034                     EUR000000000000000022052622052...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1310REF0000001BE12345678901234567890123456789012345EUR000000000000075029042629042...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9000TRAILER   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57784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Each field has an exact byte offset — annotations define the mapping.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1323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SWIFT MT940 — International Statement Format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37960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5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BF360C"/>
                </a:solidFill>
                <a:latin typeface="Calibri"/>
              </a:rPr>
              <a:t>SWIFT MT940 — tag-based messages, inter-message separator '---'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731752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3657600"/>
                <a:gridCol w="6976872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Tag</a:t>
                      </a:r>
                    </a:p>
                  </a:txBody>
                  <a:tcPr>
                    <a:solidFill>
                      <a:srgbClr val="E651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Field</a:t>
                      </a:r>
                    </a:p>
                  </a:txBody>
                  <a:tcPr>
                    <a:solidFill>
                      <a:srgbClr val="E651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>
                    <a:solidFill>
                      <a:srgbClr val="E65100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:20: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Transaction reference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STMT000001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:25: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Account identification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BE68539007547034/EUR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:28C: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Statement / sequence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00001/001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:60F: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Opening balance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C260429EUR10000,00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:61: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Statement 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260429260429C750NMSCREF001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:86: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Narrative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Payment for services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:62F: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Closing balance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C260429EUR10750,00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4846320"/>
            <a:ext cx="11274552" cy="14173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4937760"/>
            <a:ext cx="11000232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D4D4D4"/>
                </a:solidFill>
                <a:latin typeface="Courier New"/>
              </a:rPr>
              <a:t>:20:STMT000001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:25:BE68539007547034/EUR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:60F:C260429EUR10000,00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:61:260429260429C750NMSCREF001NONREF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:62F:C260429EUR10750,00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1323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9 Formatter Approaches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37960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6 / 22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868680"/>
          <a:ext cx="107899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4572000"/>
                <a:gridCol w="1188720"/>
                <a:gridCol w="1188720"/>
                <a:gridCol w="1188720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Approach</a:t>
                      </a:r>
                    </a:p>
                  </a:txBody>
                  <a:tcPr>
                    <a:solidFill>
                      <a:srgbClr val="E651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Mechanism</a:t>
                      </a:r>
                    </a:p>
                  </a:txBody>
                  <a:tcPr>
                    <a:solidFill>
                      <a:srgbClr val="E651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CODA W</a:t>
                      </a:r>
                    </a:p>
                  </a:txBody>
                  <a:tcPr>
                    <a:solidFill>
                      <a:srgbClr val="E651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CODA R</a:t>
                      </a:r>
                    </a:p>
                  </a:txBody>
                  <a:tcPr>
                    <a:solidFill>
                      <a:srgbClr val="E651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SWIFT</a:t>
                      </a:r>
                    </a:p>
                  </a:txBody>
                  <a:tcPr>
                    <a:solidFill>
                      <a:srgbClr val="E65100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BeanIO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StreamBuilder + FieldBuilder.at() (0-based)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fixedformat4j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@Record(length=128) + @Field(offset, length)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fixedlength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@FixedLine + @FixedField(offset, length)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Camel Bindy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@FixedLengthRecord + @DataField(pos, length)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Camel BeanIO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XML stream mapping via Camel dataformat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Velocity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.vm template files (write-only for CODA)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Spring Batch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FormatterLineAggregator + FixedLengthTokenizer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Spring Batch + ff4j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Spring Batch components, layout from @Field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Spring Batch + fixedlength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Spring Batch components, layout from @FixedField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03504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All approaches share the same domain data and produce byte-comparable output files.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1323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Annotation-Derived Layouts — Fixing the Slicing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37960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7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Calibri"/>
              </a:rPr>
              <a:t>Native Spring Batch needs the layout twice: a Range list to read, a format string to write.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65100"/>
                </a:solidFill>
                <a:latin typeface="Calibri"/>
              </a:rPr>
              <a:t>Two copies of the same offsets drift apart silently.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37360"/>
            <a:ext cx="11457432" cy="2286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28800"/>
            <a:ext cx="11183112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D4D4D4"/>
                </a:solidFill>
                <a:latin typeface="Courier New"/>
              </a:rPr>
              <a:t>// Before -- layout restated by hand, 12 magic ranges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t.setColumns(new Range(1,1), new Range(2,4), new Range(5,14), /* ... */);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/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// After -- layout read from the annotated model, once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AnnotatedLayout layout = AnnotatedLayout.fromFixedFormat4j(Ff4jCodaRecord.class);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FixedLengthTokenizer tokenizer = layout.tokenizer();   // read path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String format = layout.formatString();                 // write 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0624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• Offsets, widths, alignment and padding char come from @Field / @FixedField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66344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• Constructor validates gaps, overlaps and the 128-char total — layout errors fail fast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12064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• Output is byte-identical to hand-sliced Spring Batch (asserted in AnnotatedLayoutTest)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1323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Strategy Pattern — One Interface, 18 Implementations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37960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8 / 22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11457432" cy="2286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1183112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D4D4D4"/>
                </a:solidFill>
                <a:latin typeface="Courier New"/>
              </a:rPr>
              <a:t>public interface FileGenerationStrategy {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String generate(List&lt;Transaction&gt; txs, List&lt;Account&gt; accounts);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List&lt;Transaction&gt; parse(String fileContent);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FileType getFileType();   // CODA | SWIFT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Library   getLibrary();   // BEANIO | FIXFORMAT4J | FIXEDLENGTH | BINDY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                          // CAMEL_BEANIO | VELOCITY | SPRING_BATCH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                          // SPRING_BATCH_FF4J | SPRING_BATCH_FIXEDLENGTH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default String strategyKey() { return getFileType() + "_" + getLibrary(); }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3291840"/>
            <a:ext cx="11457432" cy="13716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383280"/>
            <a:ext cx="11183112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D4D4D4"/>
                </a:solidFill>
                <a:latin typeface="Courier New"/>
              </a:rPr>
              <a:t>// Resolution — O(1) map lookup, no if/switch chains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FileGenerationStrategy s = resolver.resolve(FileType.CODA, Library.SPRING_BATCH_FF4J);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String codaFile = s.generate(transactions, accounts);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463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F360C"/>
                </a:solidFill>
                <a:latin typeface="Calibri"/>
              </a:rPr>
              <a:t>StrategyResolver auto-wires all 18 beans from the Spring context at startup.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1323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Spring Batch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37960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9 / 22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11457432" cy="46634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1183112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D4D4D4"/>
                </a:solidFill>
                <a:latin typeface="Courier New"/>
              </a:rPr>
              <a:t>bankingFileGenerationJob  (restartable — saveState=true)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+-- fileGenerationStep    (chunk-size = 100)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+-- DomainEntityItemReader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|     Loads all Transaction rows from H2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+-- FileGenerationItemProcessor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|     Resolves FileGenerationStrategy by (fileType, library)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|     Calls strategy.generate([transaction], accounts)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+-- FileOutputItemWriter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      Buffers chunk output; on @AfterStep writes output/*.txt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      Stores file content + metadata in step ExecutionContext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           |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           v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     BatchMetricsListener (JobExecutionListener)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     Saves BenchmarkMetrics row to H2 on job completion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Job parameters: fileType, library, operationId, runTimestamp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1323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Library Health — Verified 2026-07-27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37960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10 / 22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868680"/>
          <a:ext cx="1060704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4206240"/>
                <a:gridCol w="914400"/>
                <a:gridCol w="914400"/>
                <a:gridCol w="1371600"/>
                <a:gridCol w="1463040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Library</a:t>
                      </a:r>
                    </a:p>
                  </a:txBody>
                  <a:tcPr>
                    <a:solidFill>
                      <a:srgbClr val="E651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Coordinates (groupId:artifactId)</a:t>
                      </a:r>
                    </a:p>
                  </a:txBody>
                  <a:tcPr>
                    <a:solidFill>
                      <a:srgbClr val="E651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Pinned</a:t>
                      </a:r>
                    </a:p>
                  </a:txBody>
                  <a:tcPr>
                    <a:solidFill>
                      <a:srgbClr val="E651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Latest</a:t>
                      </a:r>
                    </a:p>
                  </a:txBody>
                  <a:tcPr>
                    <a:solidFill>
                      <a:srgbClr val="E651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Released</a:t>
                      </a:r>
                    </a:p>
                  </a:txBody>
                  <a:tcPr>
                    <a:solidFill>
                      <a:srgbClr val="E651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Repo activity</a:t>
                      </a:r>
                    </a:p>
                  </a:txBody>
                  <a:tcPr>
                    <a:solidFill>
                      <a:srgbClr val="E65100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BeanIO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com.github.beanio:beanio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3.2.1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3.2.1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2025-02-07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2025-02-07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fixedformat4j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com.ancientprogramming.fixedformat4j:fixedformat4j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1.9.1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1.9.1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2026-06-17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2026-07-25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fixedlength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name.velikodniy.vitaliy:fixedlength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0.15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0.15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2026-02-26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2026-02-26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Camel Bindy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org.apache.camel:camel-bindy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4.21.0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4.21.0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2026-06-27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daily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Camel BeanIO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org.apache.camel:camel-beanio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4.21.0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4.21.0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2026-06-27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daily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Velocity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org.apache.velocity:velocity-engine-core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2.4.1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2.4.1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2024-10-14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2026-06-14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Spring Batch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org.springframework.batch:spring-batch-core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5.2.2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6.0.4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2026-06-10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2026-07-23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11480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• Sources: Maven Central maven-metadata.xml + artifact Last-Modified header, GitHub REST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498848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• Spring Batch 5.2.2 is what Spring Boot 3.4.5 resolves; 6.x requires Boot 4.x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1323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Adoption &amp;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37960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11 / 22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868680"/>
          <a:ext cx="1143000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651760"/>
                <a:gridCol w="822960"/>
                <a:gridCol w="3657600"/>
                <a:gridCol w="1280160"/>
                <a:gridCol w="1371600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Library</a:t>
                      </a:r>
                    </a:p>
                  </a:txBody>
                  <a:tcPr>
                    <a:solidFill>
                      <a:srgbClr val="E651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GitHub repo</a:t>
                      </a:r>
                    </a:p>
                  </a:txBody>
                  <a:tcPr>
                    <a:solidFill>
                      <a:srgbClr val="E651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Stars</a:t>
                      </a:r>
                    </a:p>
                  </a:txBody>
                  <a:tcPr>
                    <a:solidFill>
                      <a:srgbClr val="E651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Governance</a:t>
                      </a:r>
                    </a:p>
                  </a:txBody>
                  <a:tcPr>
                    <a:solidFill>
                      <a:srgbClr val="E651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Dependents</a:t>
                      </a:r>
                    </a:p>
                  </a:txBody>
                  <a:tcPr>
                    <a:solidFill>
                      <a:srgbClr val="E651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License</a:t>
                      </a:r>
                    </a:p>
                  </a:txBody>
                  <a:tcPr>
                    <a:solidFill>
                      <a:srgbClr val="E65100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BeanIO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beanio/beanio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Community fork of the 2014 org.beanio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Apache-2.0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fixedformat4j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jeyben/fixedformat4j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52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Single maintainer, active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Apache-2.0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fixedlength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g0ddest/fixedlength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Single maintainer, 0.x versioning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Apache-2.0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Camel Bindy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apache/camel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6 273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Apache Software Foundation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Apache-2.0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Camel BeanIO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apache/camel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6 273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Apache Software Foundation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Apache-2.0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Velocity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apache/velocity-engine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413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Apache Software Foundation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1 560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Apache-2.0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Spring Batch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spring-projects/spring-batch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2 947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Broadcom/VMware, commercial support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Apache-2.0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65760" y="4206240"/>
            <a:ext cx="11457432" cy="10515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2519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Dependents = deps.dev dependent packages for the pinned version only — a directional proxy.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663440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F360C"/>
                </a:solidFill>
                <a:latin typeface="Calibri"/>
              </a:rPr>
              <a:t>Maven Central publishes no public download counts; treat any 'downloads' figure elsewhere as an estimate.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1323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Supply-Chain Weight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37960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12 / 22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868680"/>
          <a:ext cx="11731752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188720"/>
                <a:gridCol w="4023360"/>
                <a:gridCol w="4142232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Approach</a:t>
                      </a:r>
                    </a:p>
                  </a:txBody>
                  <a:tcPr>
                    <a:solidFill>
                      <a:srgbClr val="E651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Own jar</a:t>
                      </a:r>
                    </a:p>
                  </a:txBody>
                  <a:tcPr>
                    <a:solidFill>
                      <a:srgbClr val="E651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Transitive cost</a:t>
                      </a:r>
                    </a:p>
                  </a:txBody>
                  <a:tcPr>
                    <a:solidFill>
                      <a:srgbClr val="E651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Notes</a:t>
                      </a:r>
                    </a:p>
                  </a:txBody>
                  <a:tcPr>
                    <a:solidFill>
                      <a:srgbClr val="E65100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BeanIO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430 KB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Self-contained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fixedformat4j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125 KB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Smallest annotation-driven option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fixedlength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33 KB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Tiny; 0.x API stability caveat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Camel Bindy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171 KB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camel-support, camel-api, icu4j 14 MB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45 Camel artifacts on the tree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Camel BeanIO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27 KB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Camel core + BeanIO 2.x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Two ecosystems in one path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Velocity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503 KB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commons-lang3, slf4j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Templates are executable code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Spring Batch (x3)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0 KB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already on the classpath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Batch runtime is a given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65760" y="4206240"/>
            <a:ext cx="11457432" cy="109728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279392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F360C"/>
                </a:solidFill>
                <a:latin typeface="Calibri"/>
              </a:rPr>
              <a:t>Security: Velocity &lt; 2.3 carried CVE-2020-13936 (template -&gt; RCE). Pinned 2.4.1 is not affected.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70916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A1A1A"/>
                </a:solidFill>
                <a:latin typeface="Calibri"/>
              </a:rPr>
              <a:t>The risk class remains: .vm templates must be version-controlled and never user-supplied.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1323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Bank Suitability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37960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13 / 22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868680"/>
          <a:ext cx="11457432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914400"/>
                <a:gridCol w="1371600"/>
                <a:gridCol w="914400"/>
                <a:gridCol w="2103120"/>
                <a:gridCol w="3959352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Approach</a:t>
                      </a:r>
                    </a:p>
                  </a:txBody>
                  <a:tcPr>
                    <a:solidFill>
                      <a:srgbClr val="E651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Grammar</a:t>
                      </a:r>
                    </a:p>
                  </a:txBody>
                  <a:tcPr>
                    <a:solidFill>
                      <a:srgbClr val="E651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Layout audit</a:t>
                      </a:r>
                    </a:p>
                  </a:txBody>
                  <a:tcPr>
                    <a:solidFill>
                      <a:srgbClr val="E651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Batch fit</a:t>
                      </a:r>
                    </a:p>
                  </a:txBody>
                  <a:tcPr>
                    <a:solidFill>
                      <a:srgbClr val="E651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Support model</a:t>
                      </a:r>
                    </a:p>
                  </a:txBody>
                  <a:tcPr>
                    <a:solidFill>
                      <a:srgbClr val="E651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Bank verdict</a:t>
                      </a:r>
                    </a:p>
                  </a:txBody>
                  <a:tcPr>
                    <a:solidFill>
                      <a:srgbClr val="E65100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BeanIO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Builder 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Good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Community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Good for complex CODA; key-person risk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fixedformat4j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Annotations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Excellent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Single maintainer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Strong for simple fixed layouts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fixedlength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Annotations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Good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Single maintainer, 0.x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Prototyping, not core payments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Camel Bindy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Annotations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ASF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Only if Camel already in production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Camel BeanIO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XML mappings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ASF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Auditable XML, heavy dependency path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Velocity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Templates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ASF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Report rendering, never parsing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Spring Batch native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Code (Range)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Native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Broadcom/VMware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Safe default; layout duplicated by hand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Spring Batch + ff4j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Annotations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Native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Broadcom + maintainer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Best overall fit for a bank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Spring Batch + f.l.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Annotations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Native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Broadcom + maintainer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Same shape, smaller dependency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1323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Measured Performance — JMH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37960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14 / 22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868680"/>
          <a:ext cx="106070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  <a:gridCol w="1828800"/>
                <a:gridCol w="1828800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Approach</a:t>
                      </a:r>
                    </a:p>
                  </a:txBody>
                  <a:tcPr>
                    <a:solidFill>
                      <a:srgbClr val="E651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CODA write</a:t>
                      </a:r>
                    </a:p>
                  </a:txBody>
                  <a:tcPr>
                    <a:solidFill>
                      <a:srgbClr val="E651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CODA read</a:t>
                      </a:r>
                    </a:p>
                  </a:txBody>
                  <a:tcPr>
                    <a:solidFill>
                      <a:srgbClr val="E651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SWIFT write</a:t>
                      </a:r>
                    </a:p>
                  </a:txBody>
                  <a:tcPr>
                    <a:solidFill>
                      <a:srgbClr val="E651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SWIFT read</a:t>
                      </a:r>
                    </a:p>
                  </a:txBody>
                  <a:tcPr>
                    <a:solidFill>
                      <a:srgbClr val="E65100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fixedformat4j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8 261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14 198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11 418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14 433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fixedlength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6 374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7 810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11 616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13 819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Velocity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5 473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8 947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4 110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14 121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BeanIO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5 228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2 818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11 373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14 499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Camel BeanIO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4 942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2 889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11 416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14 267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Spring Batch native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4 642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9 188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11 615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13 009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Spring Batch + ff4j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4 320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8 656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11 510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14 217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Spring Batch + fixedlength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4 218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8 956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11 497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14 117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Camel Bindy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3 186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2 179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11 384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14 291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70916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• fixedformat4j leads CODA — ~1.3x write and ~1.5x read versus the next best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93208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• Annotation-derived layout is free at runtime — hybrids sit within noise of native Spring Batch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77256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• SWIFT converges (~11k write / ~13-14k read): shared SwiftMtRecord path; only Velocity stands 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861304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• ops/s, median of 3 runs, Java 21 on Apple Silicon — gaps under ~20% are noise; measure on a quiet machine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1323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Measured Performance — Batch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37960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15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F360C"/>
                </a:solidFill>
                <a:latin typeface="Calibri"/>
              </a:rPr>
              <a:t>End-to-end job, MEDIUM profile (100 accounts / 1 000 transactions), median of 4 warm runs — records/second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71600"/>
          <a:ext cx="86868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2286000"/>
                <a:gridCol w="2286000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Approach</a:t>
                      </a:r>
                    </a:p>
                  </a:txBody>
                  <a:tcPr>
                    <a:solidFill>
                      <a:srgbClr val="E651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CODA</a:t>
                      </a:r>
                    </a:p>
                  </a:txBody>
                  <a:tcPr>
                    <a:solidFill>
                      <a:srgbClr val="E651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SWIFT</a:t>
                      </a:r>
                    </a:p>
                  </a:txBody>
                  <a:tcPr>
                    <a:solidFill>
                      <a:srgbClr val="E65100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BeanIO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~72 000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~134 000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Spring Batch + fixedlength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~71 000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~167 000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fixedformat4j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~68 000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~146 000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Spring Batch native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~63 000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~71 000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Camel BeanIO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~63 000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~143 000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Spring Batch + ff4j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~59 000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~167 000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fixedlength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~56 000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~143 000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Camel Bindy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~29 000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~83 000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Velocity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~18 000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~19 000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12064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Every approach clears 1 000 records in under 60 ms end-to-end; most land between 14 ms and 18 ms,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8640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where millisecond timer resolution dominates — use the JMH numbers to compare formatters.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1323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Decision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37960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16 / 22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868680"/>
          <a:ext cx="11457432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743200"/>
                <a:gridCol w="5422392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Use case</a:t>
                      </a:r>
                    </a:p>
                  </a:txBody>
                  <a:tcPr>
                    <a:solidFill>
                      <a:srgbClr val="E651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Pick</a:t>
                      </a:r>
                    </a:p>
                  </a:txBody>
                  <a:tcPr>
                    <a:solidFill>
                      <a:srgbClr val="E651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>
                    <a:solidFill>
                      <a:srgbClr val="E65100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New Spring Batch job in a bank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Spring Batch + fixedformat4j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Batch-native runtime, layout declared once, no extra runtime deps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Minimal dependency footprint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Spring Batch + fixedlength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33 KB library, same annotation-driven layout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Complex CODA grammar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BeanIO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Richest grammar model (record groups, repeating segments)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Camel routes already in production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Camel Bindy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Native dataformat inside existing routes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Layout auditable outside the 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Camel BeanIO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XML mapping files, reviewable without Java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Rendering statements / reports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Velocity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Template engine, write-only by design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No new dependency allowed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Spring Batch native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Ships with the batch runtime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65760" y="5029200"/>
            <a:ext cx="11457432" cy="9144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07492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F360C"/>
                </a:solidFill>
                <a:latin typeface="Calibri"/>
              </a:rPr>
              <a:t>Recommendation: standardise on one approach per system.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A1A1A"/>
                </a:solidFill>
                <a:latin typeface="Calibri"/>
              </a:rPr>
              <a:t>Benchmark on your own hardware, then pin the version and treat the layout model as a controlled artefact.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1323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REST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37960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17 / 22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868680"/>
          <a:ext cx="11731752" cy="3822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3474720"/>
                <a:gridCol w="7251192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>
                    <a:solidFill>
                      <a:srgbClr val="E651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Endpoint</a:t>
                      </a:r>
                    </a:p>
                  </a:txBody>
                  <a:tcPr>
                    <a:solidFill>
                      <a:srgbClr val="E651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>
                    <a:solidFill>
                      <a:srgbClr val="E65100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/api/domain/generate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Seed H2 with sample data (?loadProfile=LOW|MEDIUM|HIGH)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/api/batch/generate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Trigger Spring Batch job {fileType, library}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/api/batch/history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Last 50 job executions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/api/benchmark/results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All benchmark metrics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/api/benchmark/export/csv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Export as CSV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/api/benchmark/export/json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Export as JSON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/api/benchmark/export/markdown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Export as Markdown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/api/benchmark/export/html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Velocity-rendered HTML report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/actuator/health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Application health + version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/actuator/info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App name, version, description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1323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Benchmark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37960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18 / 22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868680"/>
          <a:ext cx="11731752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805672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E651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>
                    <a:solidFill>
                      <a:srgbClr val="E65100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throughputRps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Records processed per second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batchDurationMs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Total Spring Batch job wall-clock time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generationDurationMs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File serialisation time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parseDurationMs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File parsing time (round-trip)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symmetryRate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% of parsed transactions matching original domain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successRate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% of chunks completed without error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65760" y="4160520"/>
            <a:ext cx="11457432" cy="16459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251960"/>
            <a:ext cx="11183112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D4D4D4"/>
                </a:solidFill>
                <a:latin typeface="Courier New"/>
              </a:rPr>
              <a:t># Run JMH benchmark suite (36 @Benchmark methods)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mvn test -Pbenchmark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/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# Export results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curl http://localhost:8080/api/benchmark/export/csv -o results.csv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curl http://localhost:8080/api/benchmark/export/json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1323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Code Quality &amp; CI/CD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37960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19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1A1A"/>
                </a:solidFill>
                <a:latin typeface="Calibri"/>
              </a:rPr>
              <a:t>Testing — 149 tests across 13 test classes: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25880"/>
          <a:ext cx="11731752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4114800"/>
                <a:gridCol w="6245352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>
                    <a:solidFill>
                      <a:srgbClr val="E651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Tests</a:t>
                      </a:r>
                    </a:p>
                  </a:txBody>
                  <a:tcPr>
                    <a:solidFill>
                      <a:srgbClr val="E651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Coverage</a:t>
                      </a:r>
                    </a:p>
                  </a:txBody>
                  <a:tcPr>
                    <a:solidFill>
                      <a:srgbClr val="E65100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Unit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DomainDataGeneratorTest, CodaRecordTest, AnnotatedLayoutTest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Mock repos, fields, layout reflection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Integration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StrategyResolverTest, CodaStrategyTest, SwiftStrategyTest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All 18 strategies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Symmetry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SymmetryTest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Round-trip: generate -&gt; parse -&gt; compare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Golden file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GoldenFileTest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128-char CODA lines, MT940 tags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DomainControllerTest, BatchControllerTest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MockMvc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Actuator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ActuatorTest, SwaggerAvailabilityTest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TestRestTemplate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07492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• CI/CD: GitHub Actions — build · test · benchmark · CodeQL · release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53212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• Coverage: JaCoCo enforced at minimum threshold · Dependabot weekly PRs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1323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Quick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37960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20 / 22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11457432" cy="54406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1183112" cy="5257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D4D4D4"/>
                </a:solidFill>
                <a:latin typeface="Courier New"/>
              </a:rPr>
              <a:t># Clone and build (Java 21 + Maven 3.9 required — no Node.js needed)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git clone https://github.com/wallaceespindola/fixed-length-converters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cd fixed-length-converters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mvn clean install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/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# Start in dev mode (Swagger UI at /swagger-ui.html)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mvn spring-boot:run -Dspring-boot.run.profiles=dev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/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# Step 1 -- Generate domain data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curl -X POST http://localhost:8080/api/domain/generate?loadProfile=HIGH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/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# Step 2 -- Run batch job (pick any approach)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curl -X POST http://localhost:8080/api/batch/generate \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-H "Content-Type: application/json" \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-d '{"fileType":"CODA","library":"SPRING_BATCH_FF4J"}'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/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# Step 3 -- Export benchmark results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curl http://localhost:8080/api/benchmark/export/csv -o results.csv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1323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37960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21 / 22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868680"/>
          <a:ext cx="11731752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9445752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Area</a:t>
                      </a:r>
                    </a:p>
                  </a:txBody>
                  <a:tcPr>
                    <a:solidFill>
                      <a:srgbClr val="E651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Technology</a:t>
                      </a:r>
                    </a:p>
                  </a:txBody>
                  <a:tcPr>
                    <a:solidFill>
                      <a:srgbClr val="E65100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Language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Java 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Backend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Spring Boot 3.4.5, Spring Batch 5.2.2, Spring Data JPA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Database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H2 In-Memory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API Docs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OpenAPI + Swagger UI (dev profile)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Monitoring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Spring Actuator (/health, /info, version indicator)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Frontend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Vanilla HTML/CSS/JS + Chart.js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Build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Maven (single mvn clean install, no profiles)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Testing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JUnit 5 + Mockito, 149 tests, 36 JMH benchmarks</a:t>
                      </a:r>
                    </a:p>
                  </a:txBody>
                  <a:tcPr>
                    <a:solidFill>
                      <a:srgbClr val="FEF6F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CI/CD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GitHub Actions (build, test, benchmark, CodeQL)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51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577840"/>
            <a:ext cx="12188952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259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7259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github.com/wallaceespindola/fixed-length-converters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725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Wallace Espindola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94760"/>
            <a:ext cx="10725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  <a:latin typeface="Calibri"/>
              </a:rPr>
              <a:t>wallace.espindola@gmail.com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10725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FFFFFF"/>
                </a:solidFill>
                <a:latin typeface="Calibri"/>
              </a:rPr>
              <a:t>linkedin.com/in/wallaceespindola   ·   github.com/wallaceespindola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10725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FFFFFF"/>
                </a:solidFill>
                <a:latin typeface="Calibri"/>
              </a:rPr>
              <a:t>Questions welcome — slides, code and benchmarks all open 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852160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88888"/>
                </a:solidFill>
                <a:latin typeface="Calibri"/>
              </a:rPr>
              <a:t>22 /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